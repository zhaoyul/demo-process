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Relationship Id="rId5" Type="http://schemas.microsoft.com/office/2007/relationships/media" Target="../media/media4.mp4"/><Relationship Id="rId6" Type="http://schemas.openxmlformats.org/officeDocument/2006/relationships/video" Target="../media/media4.mp4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62828"/>
                </a:solidFill>
              </a:defRPr>
            </a:pPr>
            <a:r>
              <a:t>红创科技 多物理场仿真平台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仿真动画演示 — 投标技术讲稿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62828"/>
                </a:solidFill>
              </a:defRPr>
            </a:pPr>
            <a:r>
              <a:t>Demo 1: 悬臂梁静力学 (Hex8 + B-bar + 集中力)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Hex8 六面体单元 · B-bar 体积锁定处理 · 集中载荷 · 3000× 变形放大 · 逐面着色</a:t>
            </a:r>
          </a:p>
        </p:txBody>
      </p:sp>
      <p:pic>
        <p:nvPicPr>
          <p:cNvPr id="4" name="beam_load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188720"/>
            <a:ext cx="1106424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62828"/>
                </a:solidFill>
              </a:defRPr>
            </a:pPr>
            <a:r>
              <a:t>Demo 2: 接触力学 (5s 真实 FEM 渲染)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Lagrange 乘子法接触约束 · Coulomb 摩擦 · 位移 0→0.17mm · 网格逐面着色 · 真实求解器渲染</a:t>
            </a:r>
          </a:p>
        </p:txBody>
      </p:sp>
      <p:pic>
        <p:nvPicPr>
          <p:cNvPr id="4" name="contac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188720"/>
            <a:ext cx="1106424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62828"/>
                </a:solidFill>
              </a:defRPr>
            </a:pPr>
            <a:r>
              <a:t>Demo 3: 双材料静电场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钢(σ=10⁷ S/m) + 混凝土(σ=10⁻² S/m) · 电位 0→1V 渐进 · 3D 挤出网格</a:t>
            </a:r>
          </a:p>
        </p:txBody>
      </p:sp>
      <p:pic>
        <p:nvPicPr>
          <p:cNvPr id="4" name="electrostati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" y="1188720"/>
            <a:ext cx="86868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544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4AF37"/>
                </a:solidFill>
              </a:defRPr>
            </a:pPr>
            <a:r>
              <a:t>路径采样</a:t>
            </a:r>
          </a:p>
        </p:txBody>
      </p:sp>
      <p:pic>
        <p:nvPicPr>
          <p:cNvPr id="6" name="electrostatic_path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35440" y="1645920"/>
            <a:ext cx="27432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62828"/>
                </a:solidFill>
              </a:defRPr>
            </a:pPr>
            <a:r>
              <a:t>Demo 4: 热-力-损伤三场耦合 (CDP)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Concrete Damaged Plasticity · 温度-应力-损伤直接耦合 · 损伤变量演化 · 单求解器全隐式</a:t>
            </a:r>
          </a:p>
        </p:txBody>
      </p:sp>
      <p:pic>
        <p:nvPicPr>
          <p:cNvPr id="4" name="cdp_damag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188720"/>
            <a:ext cx="1106424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62828"/>
                </a:solidFill>
              </a:defRPr>
            </a:pPr>
            <a:r>
              <a:t>平台能力总结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4 大演示场景: 静力学 · 接触 · 静电 · 热-力-损伤(CDP)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40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Hex8 + B-bar 单元 · Lagrange 乘子法接触约束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AF37"/>
                </a:solidFill>
              </a:defRPr>
            </a:pPr>
            <a:r>
              <a:t>✓ 温度-应力-损伤三场直接耦合 (CDP 本构)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29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网格收敛精度 0.11% (vs Euler-Bernoulli 理论解)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端到端管线: Gmsh → hongchuang-opt (MOOSE) → ParaView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17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11 个 ExodusII (.e) 输出文件 · 完整文档体系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
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1.mp4"/><Relationship Id="rId3" Type="http://schemas.openxmlformats.org/officeDocument/2006/relationships/video" Target="../media/media1.mp4"/><Relationship Id="rId4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2.mp4"/><Relationship Id="rId3" Type="http://schemas.openxmlformats.org/officeDocument/2006/relationships/video" Target="../media/media2.mp4"/><Relationship Id="rId4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3.mp4"/><Relationship Id="rId3" Type="http://schemas.openxmlformats.org/officeDocument/2006/relationships/video" Target="../media/media3.mp4"/><Relationship Id="rId4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4.mp4"/><Relationship Id="rId3" Type="http://schemas.openxmlformats.org/officeDocument/2006/relationships/video" Target="../media/media4.mp4"/><Relationship Id="rId4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371600"/>
            <a:ext cx="100584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400" b="1">
                <a:solidFill>
                  <a:srgbClr val="C62828"/>
                </a:solidFill>
              </a:defRPr>
            </a:pPr>
            <a:r>
              <a:t>红创科技 多物理场仿真平台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560320"/>
            <a:ext cx="10058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>
                <a:solidFill>
                  <a:srgbClr val="FFFFFF"/>
                </a:solidFill>
              </a:defRPr>
            </a:pPr>
            <a:r>
              <a:t>仿真动画演示 — 投标技术讲稿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657600"/>
            <a:ext cx="10058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>
                <a:solidFill>
                  <a:srgbClr val="888888"/>
                </a:solidFill>
              </a:defRPr>
            </a:pPr>
            <a:r>
              <a:t>2026年5月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C62828"/>
                </a:solidFill>
              </a:defRPr>
            </a:pPr>
            <a:r>
              <a:t>悬臂梁线弹性加载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888888"/>
                </a:solidFill>
              </a:defRPr>
            </a:pPr>
            <a:r>
              <a:t>真实 FEM 四面体网格 · 11 载荷步 · 3000× 变形放大 · 逐面着色</a:t>
            </a:r>
          </a:p>
        </p:txBody>
      </p:sp>
      <p:pic>
        <p:nvPicPr>
          <p:cNvPr id="4" name="beam_loading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48640" y="1188720"/>
            <a:ext cx="11064240" cy="530352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4"/>
                </p:tgtEl>
              </p:cMediaNode>
            </p:video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C62828"/>
                </a:solidFill>
              </a:defRPr>
            </a:pPr>
            <a:r>
              <a:t>接触力学演化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888888"/>
                </a:solidFill>
              </a:defRPr>
            </a:pPr>
            <a:r>
              <a:t>Coulomb 摩擦 · 11 时间步 · 位移 0→0.17mm · 网格逐面着色</a:t>
            </a:r>
          </a:p>
        </p:txBody>
      </p:sp>
      <p:pic>
        <p:nvPicPr>
          <p:cNvPr id="4" name="contact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48640" y="1188720"/>
            <a:ext cx="11064240" cy="530352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4"/>
                </p:tgtEl>
              </p:cMediaNode>
            </p:video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C62828"/>
                </a:solidFill>
              </a:defRPr>
            </a:pPr>
            <a:r>
              <a:t>静电双材料电位场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888888"/>
                </a:solidFill>
              </a:defRPr>
            </a:pPr>
            <a:r>
              <a:t>钢(σ=10⁷) + 混凝土(σ=10⁻²) · 电位 0→1V 渐进 · 3D 挤出网格</a:t>
            </a:r>
          </a:p>
        </p:txBody>
      </p:sp>
      <p:pic>
        <p:nvPicPr>
          <p:cNvPr id="4" name="electrostatic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48640" y="1188720"/>
            <a:ext cx="11064240" cy="530352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4"/>
                </p:tgtEl>
              </p:cMediaNode>
            </p:video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C62828"/>
                </a:solidFill>
              </a:defRPr>
            </a:pPr>
            <a:r>
              <a:t>多物理耦合 (热+力+损伤)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888888"/>
                </a:solidFill>
              </a:defRPr>
            </a:pPr>
            <a:r>
              <a:t>温度 · 位移 · 损伤 三场轮播 · 直接耦合求解 · 单求解器</a:t>
            </a:r>
          </a:p>
        </p:txBody>
      </p:sp>
      <p:pic>
        <p:nvPicPr>
          <p:cNvPr id="4" name="multiphysics_coupling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48640" y="1188720"/>
            <a:ext cx="11064240" cy="530352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4"/>
                </p:tgtEl>
              </p:cMediaNode>
            </p:video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914400"/>
            <a:ext cx="10058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C62828"/>
                </a:solidFill>
              </a:defRPr>
            </a:pPr>
            <a:r>
              <a:t>平台能力总结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0" y="20116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FFFFF"/>
                </a:solidFill>
              </a:defRPr>
            </a:pPr>
            <a:r>
              <a:t>✓ 6 大验证算例全部通过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265176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FFFFF"/>
                </a:solidFill>
              </a:defRPr>
            </a:pPr>
            <a:r>
              <a:t>✓ 网格收敛精度 0.11% (vs 理论解)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800" y="329184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D4AF37"/>
                </a:solidFill>
              </a:defRPr>
            </a:pPr>
            <a:r>
              <a:t>✓ 端到端管线: Gmsh → MOOSE → ParaView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0" y="393192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FFFFF"/>
                </a:solidFill>
              </a:defRPr>
            </a:pPr>
            <a:r>
              <a:t>✓ 3 物理场直接耦合 (热+力+损伤)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457200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FFFFF"/>
                </a:solidFill>
              </a:defRPr>
            </a:pPr>
            <a:r>
              <a:t>✓ 11 个 ExodusII (.e) 输出文件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52120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FFFFF"/>
                </a:solidFill>
              </a:defRPr>
            </a:pPr>
            <a:r>
              <a:t>✓ 完整文档: 三手册 + 架构 + 性能 + 回归基线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